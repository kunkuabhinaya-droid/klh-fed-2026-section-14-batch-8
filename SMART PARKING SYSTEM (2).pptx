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Open Sans" charset="0"/>
      <p:regular r:id="rId13"/>
    </p:embeddedFon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Crimson Pro Bold" charset="0"/>
      <p:regular r:id="rId18"/>
    </p:embeddedFont>
    <p:embeddedFont>
      <p:font typeface="Open Sans Bold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-725" y="-23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07096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4" y="170722"/>
            <a:ext cx="3514599" cy="407491"/>
          </a:xfrm>
          <a:prstGeom prst="roundRect">
            <a:avLst>
              <a:gd name="adj" fmla="val 22134"/>
            </a:avLst>
          </a:prstGeom>
          <a:solidFill>
            <a:srgbClr val="EBE2E0"/>
          </a:solidFill>
          <a:ln/>
        </p:spPr>
      </p:sp>
      <p:sp>
        <p:nvSpPr>
          <p:cNvPr id="3" name="Text 1"/>
          <p:cNvSpPr/>
          <p:nvPr/>
        </p:nvSpPr>
        <p:spPr>
          <a:xfrm>
            <a:off x="713472" y="297077"/>
            <a:ext cx="2054967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 LOGIC DESIGN · KLH UNIVERSITY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Smart Parking System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4" y="1249033"/>
            <a:ext cx="10078243" cy="4299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9886" y="5917124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Combinational Logic Implementation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1474" y="6134447"/>
            <a:ext cx="10868745" cy="407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Logic League</a:t>
            </a:r>
            <a:endParaRPr lang="en-US" sz="25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9792984-32B0-AB1A-DBA7-CCE09D392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10516643" y="6541938"/>
            <a:ext cx="1585709" cy="2834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Circuit Simulation in Logisim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104824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slide presents the Logisim-based implementation of the smart parking circuit, showing how combinational logic gates work together to detect parking availability and control vehicle entry.</a:t>
            </a:r>
            <a:endParaRPr lang="en-US" sz="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439" y="1441550"/>
            <a:ext cx="7438938" cy="51758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17586" y="3835207"/>
            <a:ext cx="133683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Parking Entry Logic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732682" y="1934351"/>
            <a:ext cx="1988775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Input pin 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732682" y="2326988"/>
            <a:ext cx="1988775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 A state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417772" y="1842646"/>
            <a:ext cx="1988776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NOT Gate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417772" y="2235282"/>
            <a:ext cx="1988776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Inverts FULL to AVAILABLE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417772" y="5814523"/>
            <a:ext cx="1988776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Input pin D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3417772" y="6207159"/>
            <a:ext cx="1988776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 D state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732682" y="5814523"/>
            <a:ext cx="1988775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Input pin C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732682" y="6207159"/>
            <a:ext cx="1988775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 C state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50007" y="3847265"/>
            <a:ext cx="2032250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Input pin B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7450007" y="4239902"/>
            <a:ext cx="2032250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 B state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689579" y="3766428"/>
            <a:ext cx="2032250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4‑Input AND Gate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689579" y="4159065"/>
            <a:ext cx="2032250" cy="3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Outputs FULL when all high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61475" y="7173119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diagram above illustrates the signal flow from sensor inputs through the AND and NOT gates to the final entry gate control output.</a:t>
            </a:r>
            <a:endParaRPr lang="en-US" sz="7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176B2489-16E4-CD82-6BAD-AA95BDA95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145" y="6524023"/>
            <a:ext cx="179085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3180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Components Used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61475" y="2082304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696567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 Input Pins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05249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Represent parking slot sensors A, B, C, and D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213915" y="2082304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696567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4-Input AND Gate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105249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Outputs HIGH only when all four slots are occupied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61475" y="3785691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3999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NOT Gate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4808637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Inverts the FULL signal to produce AVAILABLE output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213915" y="3785691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3999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Output Pins / LEDs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4808637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 indicators for FULL and AVAILABLE status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61475" y="532368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Connecting wires link all components, enabling signal flow from inputs through logic gates to outputs.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D630069F-7F7B-661F-21D4-A7642457ED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1145" y="6533450"/>
            <a:ext cx="179085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995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Logic Implementation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86491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Boolean Expressions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349202"/>
            <a:ext cx="5203794" cy="2022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FULL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= A · B · C · D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 is HIGH only when all four parking slots are occupied simultaneously.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AVAILABLE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= ¬(A · B · C · D)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Inverted FULL signal — HIGH when at least one slot is free.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186491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Truth Table (A, B, C, D → FULL / AVAILABLE)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332776" y="2372816"/>
            <a:ext cx="5203794" cy="3352602"/>
          </a:xfrm>
          <a:prstGeom prst="roundRect">
            <a:avLst>
              <a:gd name="adj" fmla="val 236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32776" y="3529112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332776" y="4077395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32776" y="4625677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332776" y="5173960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204887" y="2372816"/>
            <a:ext cx="11814" cy="335260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070152" y="2372816"/>
            <a:ext cx="11814" cy="335260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35417" y="2372816"/>
            <a:ext cx="11814" cy="335260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800682" y="2372816"/>
            <a:ext cx="11814" cy="335260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665947" y="2372816"/>
            <a:ext cx="11814" cy="335260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528629" y="2498923"/>
            <a:ext cx="1093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97069" y="2498923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62334" y="2498923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27599" y="2498923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992864" y="2498923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FULL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0858129" y="2498923"/>
            <a:ext cx="48407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AVAILABLE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28629" y="3652044"/>
            <a:ext cx="1093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97069" y="3652044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262334" y="3652044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127599" y="3652044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992864" y="3652044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0858129" y="3652044"/>
            <a:ext cx="1093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528629" y="4200327"/>
            <a:ext cx="1093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397069" y="4200327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262334" y="4200327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127599" y="4200327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992864" y="4200327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0858129" y="4200327"/>
            <a:ext cx="1093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528629" y="4748609"/>
            <a:ext cx="1093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397069" y="4748609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8262334" y="4748609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9127599" y="4748609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992864" y="4748609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10858129" y="4748609"/>
            <a:ext cx="1093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6528629" y="5296892"/>
            <a:ext cx="1093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7397069" y="5296892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262334" y="5296892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127599" y="5296892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9992864" y="5296892"/>
            <a:ext cx="10904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10858129" y="5296892"/>
            <a:ext cx="1093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145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A69F3F4F-1CC5-0895-8C8C-A2882FABD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572" y="3268966"/>
            <a:ext cx="1790855" cy="32006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xmlns="" id="{88A08D0C-3A50-0EA6-B1FB-58B769D0B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145" y="6560345"/>
            <a:ext cx="179085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058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Testing in Logisim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060" y="1551087"/>
            <a:ext cx="6383575" cy="3788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7124" y="4461028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Verify Results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347307" y="4308185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Run Simulation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314884" y="4461028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Set Inputs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475" y="555248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Logisim's interactive environment allows real-time toggling of input pins, making it easy to validate all 16 input combinations and confirm correct gate behavior before hardware deployment.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6757ACC-7DE8-4B9F-C8ED-0B53EFDC9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145" y="6551380"/>
            <a:ext cx="179085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2356941"/>
            <a:ext cx="750075" cy="287139"/>
          </a:xfrm>
          <a:prstGeom prst="roundRect">
            <a:avLst>
              <a:gd name="adj" fmla="val 22118"/>
            </a:avLst>
          </a:prstGeom>
          <a:solidFill>
            <a:srgbClr val="EBE2E0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2413595"/>
            <a:ext cx="113285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9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271968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Benefits &amp; Applications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5233360" y="3593802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smart parking system delivers practical advantages for drivers and facility operators, with broad applicability across urban and institutional environments.</a:t>
            </a:r>
            <a:endParaRPr lang="en-US" sz="14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6E85D2A-3E82-E7B9-CF4F-FB9534F54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145" y="6533450"/>
            <a:ext cx="179085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890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Advantages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599406"/>
            <a:ext cx="3496877" cy="2160290"/>
          </a:xfrm>
          <a:prstGeom prst="roundRect">
            <a:avLst>
              <a:gd name="adj" fmla="val 3675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1794768"/>
            <a:ext cx="567021" cy="567035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12800" y="1950641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255081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Saves Time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2959497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Drivers know availability before entering, eliminating search time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1599406"/>
            <a:ext cx="3496877" cy="2160290"/>
          </a:xfrm>
          <a:prstGeom prst="roundRect">
            <a:avLst>
              <a:gd name="adj" fmla="val 3675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42716" y="1794768"/>
            <a:ext cx="567021" cy="567035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698684" y="1950641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2716" y="255081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Reduces Fuel Waste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42716" y="2959497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Fewer circling loops means lower fuel consumption per visit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1599406"/>
            <a:ext cx="3496877" cy="2160290"/>
          </a:xfrm>
          <a:prstGeom prst="roundRect">
            <a:avLst>
              <a:gd name="adj" fmla="val 3675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8600" y="1794768"/>
            <a:ext cx="567021" cy="567035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384568" y="1950641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8600" y="255081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Eases Congestion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8600" y="2959497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Controlled entry prevents bottlenecks at parking entrances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61475" y="3948708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56832" y="4144070"/>
            <a:ext cx="567021" cy="567035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012800" y="4299942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6832" y="4900116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Low Cost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856832" y="5308798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gate logic requires minimal hardware investment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190301" y="3948708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85658" y="4144070"/>
            <a:ext cx="567021" cy="567035"/>
          </a:xfrm>
          <a:prstGeom prst="ellipse">
            <a:avLst/>
          </a:prstGeom>
          <a:solidFill>
            <a:srgbClr val="835E54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541626" y="4299942"/>
            <a:ext cx="255085" cy="2550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85658" y="4900116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Scalable Design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6385658" y="5308798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Easily expanded to monitor additional parking slots</a:t>
            </a:r>
            <a:endParaRPr lang="en-US" sz="14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xmlns="" id="{23D85C2C-BBD9-B288-A430-E667C87C4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1145" y="6533450"/>
            <a:ext cx="179085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767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Real-World Applications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61475" y="1488182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10244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Shopping Malls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511127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High-traffic retail environments with multi-level parking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213915" y="1488182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10244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Colleges &amp; Universities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2511127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 and faculty parking management across campuses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61475" y="3191570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805833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Hospitals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4214515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 access for patients, visitors, and emergency vehicles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213915" y="3191570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3805833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Railway Stations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4214515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Long-term commuter parking with high daily turnover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61475" y="4894957"/>
            <a:ext cx="378014" cy="37802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509220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Airports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661475" y="5917902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Multi-zone parking with real-time availability displays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213915" y="4894957"/>
            <a:ext cx="378014" cy="37802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213915" y="5509220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Smart Cities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6213915" y="5917902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IoT-integrated urban infrastructure and traffic management</a:t>
            </a:r>
            <a:endParaRPr lang="en-US" sz="14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945FC0FE-785C-A4C3-07B1-336BB48099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01145" y="6533450"/>
            <a:ext cx="179085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67408"/>
            <a:ext cx="836492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835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224062"/>
            <a:ext cx="121926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10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301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Conclusion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40426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demonstrates how </a:t>
            </a:r>
            <a:r>
              <a:rPr lang="en-US" sz="14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combinational logic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can solve a real-world parking problem — detecting slot availability, identifying when the lot is full, and controlling vehicle entry with minimal hardware.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96239" y="3410744"/>
            <a:ext cx="5339820" cy="11399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7479" y="3140869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Detects Availability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61475" y="4147245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Monitors all four parking slots in real time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90301" y="3410744"/>
            <a:ext cx="5339919" cy="11399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06305" y="3115469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Identifies FULL State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6506305" y="4147245"/>
            <a:ext cx="48095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 gate triggers when all slots are occupied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96239" y="4912717"/>
            <a:ext cx="5339820" cy="11399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1475" y="4617442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Controls Entry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515566" y="5627390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gate allows entry only when space is available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90301" y="4912717"/>
            <a:ext cx="5339919" cy="11399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06305" y="4617442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Foundation for IoT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6383756" y="5627390"/>
            <a:ext cx="48095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Scalable architecture ready for smart city integration</a:t>
            </a:r>
            <a:endParaRPr lang="en-US" sz="14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9FF35BAD-3884-F4E5-55DA-B7B574C32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145" y="6533450"/>
            <a:ext cx="1790855" cy="3200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3006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504182"/>
            <a:ext cx="5476043" cy="2723753"/>
          </a:xfrm>
          <a:prstGeom prst="roundRect">
            <a:avLst>
              <a:gd name="adj" fmla="val 4997"/>
            </a:avLst>
          </a:prstGeom>
          <a:solidFill>
            <a:srgbClr val="835E54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693194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Team: Logic League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177480"/>
            <a:ext cx="509802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Mathi</a:t>
            </a: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50" dirty="0" err="1" smtClea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Dhanvanth</a:t>
            </a:r>
            <a:r>
              <a:rPr lang="en-US" sz="1450" dirty="0" smtClea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- 2620030353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Allam</a:t>
            </a: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50" dirty="0" err="1" smtClea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Akshaya</a:t>
            </a:r>
            <a:r>
              <a:rPr lang="en-US" sz="1450" dirty="0" smtClea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- 2620030358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Chidura</a:t>
            </a: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50" dirty="0" err="1" smtClea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Adhitya</a:t>
            </a:r>
            <a:r>
              <a:rPr lang="en-US" sz="1450" dirty="0" smtClea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- 2620030363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 err="1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Kunku</a:t>
            </a: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50" dirty="0" err="1" smtClea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Abhinaya</a:t>
            </a:r>
            <a:r>
              <a:rPr lang="en-US" sz="1450" dirty="0" smtClea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- 2620030366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14357" y="4755455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KLH University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69319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Project Summary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3177480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4-input combinational logic circuit using an AND gate and NOT gate to manage smart parking entry — simulated and validated in Logisim.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32776" y="4297363"/>
            <a:ext cx="1852864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835E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180" y="4354016"/>
            <a:ext cx="223564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 LOGIC DESIGN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80094" y="4297363"/>
            <a:ext cx="137513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835E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3498" y="4354016"/>
            <a:ext cx="175791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KLH UNIVERSITY</a:t>
            </a:r>
            <a:endParaRPr lang="en-US" sz="11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CED535C0-101E-2D40-C6AE-B332863EA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145" y="6533450"/>
            <a:ext cx="1790855" cy="3200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586</Words>
  <Application>Microsoft Office PowerPoint</Application>
  <PresentationFormat>Custom</PresentationFormat>
  <Paragraphs>131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Open Sans</vt:lpstr>
      <vt:lpstr>Calibri</vt:lpstr>
      <vt:lpstr>Crimson Pro Bold</vt:lpstr>
      <vt:lpstr>Open Sans Bold</vt:lpstr>
      <vt:lpstr>Aptos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Adhitya Chidura</dc:creator>
  <cp:lastModifiedBy>Laptop</cp:lastModifiedBy>
  <cp:revision>4</cp:revision>
  <dcterms:created xsi:type="dcterms:W3CDTF">2026-08-25T17:08:14Z</dcterms:created>
  <dcterms:modified xsi:type="dcterms:W3CDTF">2026-09-01T08:42:25Z</dcterms:modified>
</cp:coreProperties>
</file>