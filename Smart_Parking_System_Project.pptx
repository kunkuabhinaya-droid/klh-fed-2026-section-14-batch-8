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325880"/>
            <a:ext cx="69494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393630"/>
                </a:solidFill>
                <a:latin typeface="Georgia"/>
              </a:rPr>
              <a:t>Smart Parking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11680"/>
            <a:ext cx="69494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393630"/>
                </a:solidFill>
                <a:latin typeface="Georgia"/>
              </a:rPr>
              <a:t>Slot Availability &amp; Entry Control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2862072"/>
            <a:ext cx="67208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7C7B70"/>
                </a:solidFill>
                <a:latin typeface="Aptos"/>
              </a:rPr>
              <a:t>Design and Simulation using Combinational Logic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566160"/>
            <a:ext cx="5806440" cy="566928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3611880"/>
            <a:ext cx="5559552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MODULE 2  •  MAKING DECISIONS &amp; DOING MATHS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4343400"/>
            <a:ext cx="201168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393630"/>
                </a:solidFill>
                <a:latin typeface="Aptos"/>
              </a:rPr>
              <a:t>Team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4645152"/>
            <a:ext cx="5212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393630"/>
                </a:solidFill>
                <a:latin typeface="Aptos"/>
              </a:rPr>
              <a:t>2620030353  •  2620030358
2620030363  •  2620030366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Project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A simple digital system for smarter parking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23160"/>
            <a:ext cx="68580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93630"/>
                </a:solidFill>
                <a:latin typeface="Aptos"/>
              </a:defRPr>
            </a:pPr>
            <a:r>
              <a:t>Detects whether each parking slot is occupied or free.</a:t>
            </a:r>
          </a:p>
          <a:p>
            <a:pPr>
              <a:spcAft>
                <a:spcPts val="1200"/>
              </a:spcAft>
              <a:defRPr sz="1800">
                <a:solidFill>
                  <a:srgbClr val="393630"/>
                </a:solidFill>
                <a:latin typeface="Aptos"/>
              </a:defRPr>
            </a:pPr>
            <a:r>
              <a:t>Shows parking availability using logic outputs or indicator LEDs.</a:t>
            </a:r>
          </a:p>
          <a:p>
            <a:pPr>
              <a:spcAft>
                <a:spcPts val="1200"/>
              </a:spcAft>
              <a:defRPr sz="1800">
                <a:solidFill>
                  <a:srgbClr val="393630"/>
                </a:solidFill>
                <a:latin typeface="Aptos"/>
              </a:defRPr>
            </a:pPr>
            <a:r>
              <a:t>Allows entry only when at least one slot is available.</a:t>
            </a:r>
          </a:p>
          <a:p>
            <a:pPr>
              <a:spcAft>
                <a:spcPts val="1200"/>
              </a:spcAft>
              <a:defRPr sz="1800">
                <a:solidFill>
                  <a:srgbClr val="393630"/>
                </a:solidFill>
                <a:latin typeface="Aptos"/>
              </a:defRPr>
            </a:pPr>
            <a:r>
              <a:t>Uses combinational logic: outputs depend only on current inputs.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5715000"/>
            <a:ext cx="6400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A08069"/>
                </a:solidFill>
                <a:latin typeface="Aptos"/>
              </a:rPr>
              <a:t>INPUTS  →  LOGIC CIRCUIT  →  STATUS + ENTRY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Why is this system useful?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23160"/>
            <a:ext cx="68580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93630"/>
                </a:solidFill>
                <a:latin typeface="Aptos"/>
              </a:defRPr>
            </a:pPr>
            <a:r>
              <a:t>Drivers may waste time searching for an empty slot.</a:t>
            </a:r>
          </a:p>
          <a:p>
            <a:pPr>
              <a:spcAft>
                <a:spcPts val="1200"/>
              </a:spcAft>
              <a:defRPr sz="1800">
                <a:solidFill>
                  <a:srgbClr val="393630"/>
                </a:solidFill>
                <a:latin typeface="Aptos"/>
              </a:defRPr>
            </a:pPr>
            <a:r>
              <a:t>Manual entry control can cause confusion and congestion.</a:t>
            </a:r>
          </a:p>
          <a:p>
            <a:pPr>
              <a:spcAft>
                <a:spcPts val="1200"/>
              </a:spcAft>
              <a:defRPr sz="1800">
                <a:solidFill>
                  <a:srgbClr val="393630"/>
                </a:solidFill>
                <a:latin typeface="Aptos"/>
              </a:defRPr>
            </a:pPr>
            <a:r>
              <a:t>A logic-based controller can instantly indicate availability.</a:t>
            </a:r>
          </a:p>
          <a:p>
            <a:pPr>
              <a:spcAft>
                <a:spcPts val="1200"/>
              </a:spcAft>
              <a:defRPr sz="1800">
                <a:solidFill>
                  <a:srgbClr val="393630"/>
                </a:solidFill>
                <a:latin typeface="Aptos"/>
              </a:defRPr>
            </a:pPr>
            <a:r>
              <a:t>The design is small, low-cost, and suitable for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What the project aims to achieve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31720"/>
            <a:ext cx="68580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Represent parking slots with binary inputs.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Determine availability using Boolean logic.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Generate an AVAILABLE / FULL output.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Control the entry signal using the availability result.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Test input combinations in a simulator.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Module 2 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Combinational Logic &amp; the ALU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86000"/>
            <a:ext cx="68580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Combinational logic has no memory; outputs depend on current inputs.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Boolean expressions describe the parking decision.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Truth tables list every input combination and its output.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K-maps can simplify expressions and reduce gate count.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The same logic-gate principles are used inside a CPU's ALU.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Inputs &amp;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A 3-slot example for easy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2860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A08069"/>
                </a:solidFill>
                <a:latin typeface="Aptos"/>
              </a:rPr>
              <a:t>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606040"/>
            <a:ext cx="6400800" cy="1417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A = 1 if Slot A is occupied; 0 if free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B = 1 if Slot B is occupied; 0 if free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C = 1 if Slot C is occupied; 0 if free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16052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A08069"/>
                </a:solidFill>
                <a:latin typeface="Aptos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80560"/>
            <a:ext cx="6492240" cy="1371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93630"/>
                </a:solidFill>
                <a:latin typeface="Aptos"/>
              </a:defRPr>
            </a:pPr>
            <a:r>
              <a:t>AVAILABLE = 1 when at least one slot is free</a:t>
            </a:r>
          </a:p>
          <a:p>
            <a:pPr>
              <a:spcAft>
                <a:spcPts val="1200"/>
              </a:spcAft>
              <a:defRPr sz="1500">
                <a:solidFill>
                  <a:srgbClr val="393630"/>
                </a:solidFill>
                <a:latin typeface="Aptos"/>
              </a:defRPr>
            </a:pPr>
            <a:r>
              <a:t>FULL = 1 when all three slots are occupied</a:t>
            </a:r>
          </a:p>
          <a:p>
            <a:pPr>
              <a:spcAft>
                <a:spcPts val="1200"/>
              </a:spcAft>
              <a:defRPr sz="1500">
                <a:solidFill>
                  <a:srgbClr val="393630"/>
                </a:solidFill>
                <a:latin typeface="Aptos"/>
              </a:defRPr>
            </a:pPr>
            <a:r>
              <a:t>ENTRY = 1 only when AVAILABLE =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Boolean Logic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Occupied inputs use active-high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68880"/>
            <a:ext cx="594360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1">
                <a:solidFill>
                  <a:srgbClr val="393630"/>
                </a:solidFill>
                <a:latin typeface="Georgia"/>
              </a:rPr>
              <a:t>FULL = A · B ·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182112"/>
            <a:ext cx="66751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300" b="1">
                <a:solidFill>
                  <a:srgbClr val="393630"/>
                </a:solidFill>
                <a:latin typeface="Georgia"/>
              </a:rPr>
              <a:t>AVAILABLE = ¬(A · B · 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895344"/>
            <a:ext cx="667512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>
                <a:solidFill>
                  <a:srgbClr val="393630"/>
                </a:solidFill>
                <a:latin typeface="Georgia"/>
              </a:rPr>
              <a:t>ENTRY = AVAILABLE ·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70916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REQUEST = 1 when a vehicle is waiting to enter.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285232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A08069"/>
                </a:solidFill>
                <a:latin typeface="Aptos"/>
              </a:rPr>
              <a:t>· = AND     ¬ = NOT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Truth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For three parking slots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88920" y="2267712"/>
          <a:ext cx="62179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584"/>
                <a:gridCol w="1243584"/>
                <a:gridCol w="1243584"/>
                <a:gridCol w="1243584"/>
                <a:gridCol w="1243584"/>
              </a:tblGrid>
              <a:tr h="39116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3936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3936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3936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3936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AVAILABLE</a:t>
                      </a:r>
                    </a:p>
                  </a:txBody>
                  <a:tcPr>
                    <a:solidFill>
                      <a:srgbClr val="393630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CF9F1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93630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B7BBA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Circuit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Build with basic gates in Logisim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743200"/>
            <a:ext cx="1371600" cy="731520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52928" y="2834640"/>
            <a:ext cx="1335024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393630"/>
                </a:solidFill>
                <a:latin typeface="Aptos"/>
              </a:rPr>
              <a:t>A, B,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743200"/>
            <a:ext cx="1828800" cy="731520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2834640"/>
            <a:ext cx="17373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393630"/>
                </a:solidFill>
                <a:latin typeface="Aptos"/>
              </a:rPr>
              <a:t>AND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743200"/>
            <a:ext cx="1645920" cy="73152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834640"/>
            <a:ext cx="1554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NOT Gate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06240" y="3108960"/>
            <a:ext cx="640080" cy="0"/>
          </a:xfrm>
          <a:prstGeom prst="line">
            <a:avLst/>
          </a:prstGeom>
          <a:ln w="25400">
            <a:solidFill>
              <a:srgbClr val="393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3108960"/>
            <a:ext cx="640080" cy="0"/>
          </a:xfrm>
          <a:prstGeom prst="line">
            <a:avLst/>
          </a:prstGeom>
          <a:ln w="25400">
            <a:solidFill>
              <a:srgbClr val="393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80360" y="388620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393630"/>
                </a:solidFill>
                <a:latin typeface="Aptos"/>
              </a:rPr>
              <a:t>AND output = FULL; NOT output = AVAILABLE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A08069"/>
                </a:solidFill>
                <a:latin typeface="Aptos"/>
              </a:rPr>
              <a:t>ENTRY = AVAILABLE AND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230368"/>
            <a:ext cx="66751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7C7B70"/>
                </a:solidFill>
                <a:latin typeface="Aptos"/>
              </a:rPr>
              <a:t>Add LEDs to represent FULL, AVAILABLE, and ENTRY.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Logic Simplification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Using Boolean algebra and K-map ideas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23160"/>
            <a:ext cx="68580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FULL = A · B · C is a simple three-input AND expression.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AVAILABLE = ¬(A · B · C) can be implemented with a NAND gate.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A NAND gate combines AND and NOT in one component.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Fewer gates can reduce circuit size, cost, and power.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Simulation &amp;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Verify the design in Logisim Evolution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31720"/>
            <a:ext cx="68580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Place three input switches for A, B, and C.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Connect them to a 3-input AND gate to generate FULL.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Invert FULL to generate AVAILABLE.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Connect AVAILABLE and REQUEST to an AND gate for ENTRY.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Test all 8 combinations and confirm the truth 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Applications &amp; 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Where this design can be extended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31720"/>
            <a:ext cx="68580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Small shopping centres, offices, and campus parking areas.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Add sensors to detect vehicles automatically.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Display the number of free slots using a counter.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Extend to more slots with grouped logic or a decoder.</a:t>
            </a:r>
          </a:p>
          <a:p>
            <a:pPr>
              <a:spcAft>
                <a:spcPts val="1200"/>
              </a:spcAft>
              <a:defRPr sz="1600">
                <a:solidFill>
                  <a:srgbClr val="393630"/>
                </a:solidFill>
                <a:latin typeface="Aptos"/>
              </a:defRPr>
            </a:pPr>
            <a:r>
              <a:t>Add a barrier motor and entry/exit counting in a future version.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86200" cy="804672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" y="2971800"/>
            <a:ext cx="1810512" cy="3886200"/>
          </a:xfrm>
          <a:prstGeom prst="rect">
            <a:avLst/>
          </a:prstGeom>
          <a:solidFill>
            <a:srgbClr val="A08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51592" y="1115568"/>
            <a:ext cx="1527048" cy="228600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11712" y="1115568"/>
            <a:ext cx="566928" cy="5120640"/>
          </a:xfrm>
          <a:prstGeom prst="rect">
            <a:avLst/>
          </a:prstGeom>
          <a:solidFill>
            <a:srgbClr val="707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85632" y="3154680"/>
            <a:ext cx="3703320" cy="3703320"/>
          </a:xfrm>
          <a:prstGeom prst="ellipse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85632" y="4480560"/>
            <a:ext cx="3703320" cy="2377440"/>
          </a:xfrm>
          <a:prstGeom prst="rect">
            <a:avLst/>
          </a:prstGeom>
          <a:solidFill>
            <a:srgbClr val="FC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205472" y="6016752"/>
            <a:ext cx="2011680" cy="658368"/>
          </a:xfrm>
          <a:prstGeom prst="rect">
            <a:avLst/>
          </a:prstGeom>
          <a:solidFill>
            <a:srgbClr val="B7B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2267712"/>
            <a:ext cx="2971800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5472" y="6327648"/>
            <a:ext cx="4187952" cy="16459"/>
          </a:xfrm>
          <a:prstGeom prst="rect">
            <a:avLst/>
          </a:prstGeom>
          <a:solidFill>
            <a:srgbClr val="CAB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713232"/>
            <a:ext cx="1810512" cy="548640"/>
          </a:xfrm>
          <a:prstGeom prst="rect">
            <a:avLst/>
          </a:prstGeom>
          <a:solidFill>
            <a:srgbClr val="39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749808"/>
            <a:ext cx="1572768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Georgia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960120"/>
            <a:ext cx="68580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100" b="1">
                <a:solidFill>
                  <a:srgbClr val="393630"/>
                </a:solidFill>
                <a:latin typeface="Georgia"/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1883664"/>
            <a:ext cx="70408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0">
                <a:solidFill>
                  <a:srgbClr val="7C7B70"/>
                </a:solidFill>
                <a:latin typeface="Aptos"/>
              </a:rPr>
              <a:t>A small project with a real-world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23160"/>
            <a:ext cx="6858000" cy="3291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The system identifies whether parking is FULL or AVAILABLE.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Entry is permitted only when a slot is free and a vehicle requests entry.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The circuit demonstrates combinational logic, Boolean expressions, and truth tables.</a:t>
            </a:r>
          </a:p>
          <a:p>
            <a:pPr>
              <a:spcAft>
                <a:spcPts val="1200"/>
              </a:spcAft>
              <a:defRPr sz="1700">
                <a:solidFill>
                  <a:srgbClr val="393630"/>
                </a:solidFill>
                <a:latin typeface="Aptos"/>
              </a:defRPr>
            </a:pPr>
            <a:r>
              <a:t>The final circuit can be simulated and tested using Logisim Evolution.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76072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1">
                <a:solidFill>
                  <a:srgbClr val="A08069"/>
                </a:solidFill>
                <a:latin typeface="Georg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